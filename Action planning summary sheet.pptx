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3771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27A4A0-1C90-4BE4-8175-35EF82E8A282}" v="1" dt="2023-03-21T04:51:45.108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sagaf" userId="ef587b5e-378a-4bb3-aa9f-3c15b98138a4" providerId="ADAL" clId="{5727A4A0-1C90-4BE4-8175-35EF82E8A282}"/>
    <pc:docChg chg="modSld">
      <pc:chgData name="Fatma Alsagaf" userId="ef587b5e-378a-4bb3-aa9f-3c15b98138a4" providerId="ADAL" clId="{5727A4A0-1C90-4BE4-8175-35EF82E8A282}" dt="2023-03-21T04:51:45.108" v="4"/>
      <pc:docMkLst>
        <pc:docMk/>
      </pc:docMkLst>
      <pc:sldChg chg="modSp mod">
        <pc:chgData name="Fatma Alsagaf" userId="ef587b5e-378a-4bb3-aa9f-3c15b98138a4" providerId="ADAL" clId="{5727A4A0-1C90-4BE4-8175-35EF82E8A282}" dt="2023-03-21T04:51:45.108" v="4"/>
        <pc:sldMkLst>
          <pc:docMk/>
          <pc:sldMk cId="2107845255" sldId="2147377163"/>
        </pc:sldMkLst>
        <pc:graphicFrameChg chg="mod modGraphic">
          <ac:chgData name="Fatma Alsagaf" userId="ef587b5e-378a-4bb3-aa9f-3c15b98138a4" providerId="ADAL" clId="{5727A4A0-1C90-4BE4-8175-35EF82E8A282}" dt="2023-03-21T04:51:45.108" v="4"/>
          <ac:graphicFrameMkLst>
            <pc:docMk/>
            <pc:sldMk cId="2107845255" sldId="2147377163"/>
            <ac:graphicFrameMk id="3" creationId="{8CC240BD-3539-45EC-85F9-CC8C277AC2F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gif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2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9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3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3" y="3335252"/>
            <a:ext cx="1802732" cy="292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1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2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29751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210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829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632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63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35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781047" y="260648"/>
            <a:ext cx="5952661" cy="6336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A4CB6F-7C9C-4340-8102-6603FA2A78DA}"/>
              </a:ext>
            </a:extLst>
          </p:cNvPr>
          <p:cNvGrpSpPr/>
          <p:nvPr userDrawn="1"/>
        </p:nvGrpSpPr>
        <p:grpSpPr>
          <a:xfrm rot="16200000">
            <a:off x="10717958" y="5625244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678E57-298A-4132-B4F7-BE72C9826DD2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84B1A6-ADB3-465D-B651-2B4F073AD8AB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8780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262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5" name="Rectangle 4"/>
          <p:cNvSpPr/>
          <p:nvPr userDrawn="1"/>
        </p:nvSpPr>
        <p:spPr>
          <a:xfrm>
            <a:off x="7056000" y="766354"/>
            <a:ext cx="5136000" cy="609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656209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81556" y="4363"/>
            <a:ext cx="350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0" y="3501008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C9FD68-7835-4F80-BE0C-09C5D602A481}"/>
              </a:ext>
            </a:extLst>
          </p:cNvPr>
          <p:cNvGrpSpPr/>
          <p:nvPr userDrawn="1"/>
        </p:nvGrpSpPr>
        <p:grpSpPr>
          <a:xfrm rot="10800000">
            <a:off x="11114869" y="393901"/>
            <a:ext cx="720080" cy="720080"/>
            <a:chOff x="546346" y="5762189"/>
            <a:chExt cx="720080" cy="720080"/>
          </a:xfrm>
          <a:solidFill>
            <a:schemeClr val="accent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6EA3C4-78F0-44A2-B310-C44774DC3C19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E6D61C-1E71-469D-A9B7-45E08AADB14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551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8000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8000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26423" y="2528900"/>
            <a:ext cx="11739154" cy="1800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726728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63200" y="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2640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063200" y="4572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063200" y="2276872"/>
            <a:ext cx="4063200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527762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19402" y="539930"/>
            <a:ext cx="1072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827363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189682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2000" y="2683988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827363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549682" y="686435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12000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2D9725-5E74-4328-843E-D6EDA8CEA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58CC9FFD-2DE0-441F-93AA-99A732D2BFA8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33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6828" y="3486206"/>
            <a:ext cx="6408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420597" y="3486206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20597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6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2894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5072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244655" y="1"/>
            <a:ext cx="2052000" cy="6857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43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3413" y="-1"/>
            <a:ext cx="6096001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4533269" y="1150261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61" hasCustomPrompt="1"/>
          </p:nvPr>
        </p:nvSpPr>
        <p:spPr>
          <a:xfrm>
            <a:off x="4533269" y="4561207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63" hasCustomPrompt="1"/>
          </p:nvPr>
        </p:nvSpPr>
        <p:spPr>
          <a:xfrm>
            <a:off x="2883891" y="551019"/>
            <a:ext cx="1548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64" hasCustomPrompt="1"/>
          </p:nvPr>
        </p:nvSpPr>
        <p:spPr>
          <a:xfrm>
            <a:off x="2883891" y="3012492"/>
            <a:ext cx="1548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0" y="2321756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2890419" y="4393964"/>
            <a:ext cx="154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67" hasCustomPrompt="1"/>
          </p:nvPr>
        </p:nvSpPr>
        <p:spPr>
          <a:xfrm>
            <a:off x="4533269" y="2855734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"/>
          <p:cNvSpPr>
            <a:spLocks noGrp="1"/>
          </p:cNvSpPr>
          <p:nvPr>
            <p:ph type="pic" sz="quarter" idx="68" hasCustomPrompt="1"/>
          </p:nvPr>
        </p:nvSpPr>
        <p:spPr>
          <a:xfrm>
            <a:off x="0" y="3703228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2DF790-5B61-453C-8A68-DE24F826568C}"/>
              </a:ext>
            </a:extLst>
          </p:cNvPr>
          <p:cNvGrpSpPr/>
          <p:nvPr userDrawn="1"/>
        </p:nvGrpSpPr>
        <p:grpSpPr>
          <a:xfrm rot="16200000">
            <a:off x="11112593" y="5798497"/>
            <a:ext cx="720080" cy="720080"/>
            <a:chOff x="546346" y="5762189"/>
            <a:chExt cx="720080" cy="72008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03BBEB-185D-4042-834B-B0F785AAD3C1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CF08F-D939-4B33-B561-5EED914B3C5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168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 flipH="1">
            <a:off x="4268277" y="2096236"/>
            <a:ext cx="7923714" cy="3380234"/>
            <a:chOff x="0" y="1992982"/>
            <a:chExt cx="3028115" cy="3380234"/>
          </a:xfrm>
        </p:grpSpPr>
        <p:sp>
          <p:nvSpPr>
            <p:cNvPr id="7" name="Rectangle 6"/>
            <p:cNvSpPr/>
            <p:nvPr/>
          </p:nvSpPr>
          <p:spPr>
            <a:xfrm>
              <a:off x="0" y="1992982"/>
              <a:ext cx="2958637" cy="3380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986842" y="1992982"/>
              <a:ext cx="41273" cy="3380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pic>
        <p:nvPicPr>
          <p:cNvPr id="15" name="그림 4">
            <a:extLst>
              <a:ext uri="{FF2B5EF4-FFF2-40B4-BE49-F238E27FC236}">
                <a16:creationId xmlns:a16="http://schemas.microsoft.com/office/drawing/2014/main" id="{AA6944F3-318D-44F5-B013-016E59DFBF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47" y="1731899"/>
            <a:ext cx="3675829" cy="4665984"/>
          </a:xfrm>
          <a:prstGeom prst="rect">
            <a:avLst/>
          </a:prstGeom>
        </p:spPr>
      </p:pic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6C9C1DC6-6FC7-4AA7-B952-4EF87CE516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10193" y="2096236"/>
            <a:ext cx="2743201" cy="3380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E12B4E4-E123-46BF-8F88-A9A3A930C1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56F21C7B-C9C8-41AA-B248-9ACFA6BDF89B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EE74922-DCFE-4D14-BC2C-3D758C912A1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06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50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38791082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747074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iangle">
            <a:extLst>
              <a:ext uri="{FF2B5EF4-FFF2-40B4-BE49-F238E27FC236}">
                <a16:creationId xmlns:a16="http://schemas.microsoft.com/office/drawing/2014/main" id="{FEE8F2CD-ED4F-FB47-BDA5-BE328CAB08A1}"/>
              </a:ext>
            </a:extLst>
          </p:cNvPr>
          <p:cNvSpPr/>
          <p:nvPr/>
        </p:nvSpPr>
        <p:spPr>
          <a:xfrm>
            <a:off x="0" y="0"/>
            <a:ext cx="1739902" cy="30022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2518F8BD-E004-B640-88B3-35F5DE8EE609}"/>
              </a:ext>
            </a:extLst>
          </p:cNvPr>
          <p:cNvSpPr/>
          <p:nvPr/>
        </p:nvSpPr>
        <p:spPr>
          <a:xfrm>
            <a:off x="520701" y="292100"/>
            <a:ext cx="10269222" cy="1149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84" y="21600"/>
                </a:moveTo>
                <a:lnTo>
                  <a:pt x="0" y="21600"/>
                </a:lnTo>
                <a:lnTo>
                  <a:pt x="1413" y="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240220" y="365126"/>
            <a:ext cx="8693723" cy="1001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1415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61" y="1621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" y="1621"/>
                        <a:ext cx="2159" cy="16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5080FD5-E825-4102-A276-9AC57C035C9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>
          <a:xfrm>
            <a:off x="233259" y="234863"/>
            <a:ext cx="10711261" cy="255331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50" descr="http://digitaleyeuae.com/images/clients/events_photographers_dubai_4.gif">
            <a:extLst>
              <a:ext uri="{FF2B5EF4-FFF2-40B4-BE49-F238E27FC236}">
                <a16:creationId xmlns:a16="http://schemas.microsoft.com/office/drawing/2014/main" id="{C28E4AB2-3AC7-48C9-A511-5BE734545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86428" y="6411027"/>
            <a:ext cx="1101467" cy="24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8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02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0138A2-9D1B-49A9-996B-054582499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63326"/>
            <a:ext cx="11573197" cy="724247"/>
          </a:xfrm>
        </p:spPr>
        <p:txBody>
          <a:bodyPr/>
          <a:lstStyle/>
          <a:p>
            <a:r>
              <a:rPr lang="en-US" sz="2000" dirty="0">
                <a:latin typeface="Century Gothic" panose="020B0502020202020204" pitchFamily="34" charset="0"/>
              </a:rPr>
              <a:t>DIVISIONAL PRIORITIES( LIMIT IT TO NOT MORE THAN 4-5 PRIORITIES)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CC240BD-3539-45EC-85F9-CC8C277AC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635605"/>
              </p:ext>
            </p:extLst>
          </p:nvPr>
        </p:nvGraphicFramePr>
        <p:xfrm>
          <a:off x="51353" y="887386"/>
          <a:ext cx="12013401" cy="4877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790">
                  <a:extLst>
                    <a:ext uri="{9D8B030D-6E8A-4147-A177-3AD203B41FA5}">
                      <a16:colId xmlns:a16="http://schemas.microsoft.com/office/drawing/2014/main" val="3162874667"/>
                    </a:ext>
                  </a:extLst>
                </a:gridCol>
                <a:gridCol w="1833297">
                  <a:extLst>
                    <a:ext uri="{9D8B030D-6E8A-4147-A177-3AD203B41FA5}">
                      <a16:colId xmlns:a16="http://schemas.microsoft.com/office/drawing/2014/main" val="2521879024"/>
                    </a:ext>
                  </a:extLst>
                </a:gridCol>
                <a:gridCol w="3355576">
                  <a:extLst>
                    <a:ext uri="{9D8B030D-6E8A-4147-A177-3AD203B41FA5}">
                      <a16:colId xmlns:a16="http://schemas.microsoft.com/office/drawing/2014/main" val="4140716846"/>
                    </a:ext>
                  </a:extLst>
                </a:gridCol>
                <a:gridCol w="1571576">
                  <a:extLst>
                    <a:ext uri="{9D8B030D-6E8A-4147-A177-3AD203B41FA5}">
                      <a16:colId xmlns:a16="http://schemas.microsoft.com/office/drawing/2014/main" val="1649487915"/>
                    </a:ext>
                  </a:extLst>
                </a:gridCol>
                <a:gridCol w="1202164">
                  <a:extLst>
                    <a:ext uri="{9D8B030D-6E8A-4147-A177-3AD203B41FA5}">
                      <a16:colId xmlns:a16="http://schemas.microsoft.com/office/drawing/2014/main" val="997956017"/>
                    </a:ext>
                  </a:extLst>
                </a:gridCol>
                <a:gridCol w="1686499">
                  <a:extLst>
                    <a:ext uri="{9D8B030D-6E8A-4147-A177-3AD203B41FA5}">
                      <a16:colId xmlns:a16="http://schemas.microsoft.com/office/drawing/2014/main" val="2901290788"/>
                    </a:ext>
                  </a:extLst>
                </a:gridCol>
                <a:gridCol w="1686499">
                  <a:extLst>
                    <a:ext uri="{9D8B030D-6E8A-4147-A177-3AD203B41FA5}">
                      <a16:colId xmlns:a16="http://schemas.microsoft.com/office/drawing/2014/main" val="76916872"/>
                    </a:ext>
                  </a:extLst>
                </a:gridCol>
              </a:tblGrid>
              <a:tr h="60982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SR. 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ACTION ITEM HEADING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KEY 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TIMELINES                      (SPECIFY MONTH)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EXCEUTIVE 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ACCOUNTABILITY- PROJECT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ANY SUPPORT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64646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Arial" pitchFamily="34" charset="0"/>
                        </a:rPr>
                        <a:t>SAMPLE: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Arial" pitchFamily="34" charset="0"/>
                        </a:rPr>
                        <a:t>ENHANCE COMMUNICATION</a:t>
                      </a:r>
                      <a:endParaRPr kumimoji="0" lang="ko-KR" altLang="en-US" sz="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Business Updates delivered on quarterly basis</a:t>
                      </a:r>
                    </a:p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Coffee with the MD” meeting </a:t>
                      </a:r>
                    </a:p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Causal Monthly team gathering for informal discussion around work</a:t>
                      </a:r>
                    </a:p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entury Gothic" panose="020B0502020202020204" pitchFamily="34" charset="0"/>
                        </a:rPr>
                        <a:t>Quarterly</a:t>
                      </a:r>
                    </a:p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  <a:p>
                      <a:pPr algn="ctr"/>
                      <a:r>
                        <a:rPr lang="en-US" sz="1000" dirty="0">
                          <a:latin typeface="Century Gothic" panose="020B0502020202020204" pitchFamily="34" charset="0"/>
                        </a:rPr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Business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516185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Arial" pitchFamily="34" charset="0"/>
                        </a:rPr>
                        <a:t>SAMPLE: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Arial" pitchFamily="34" charset="0"/>
                        </a:rPr>
                        <a:t>ENHANCING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Establish a committee to revisit and propose new or enhanced tools of recognition</a:t>
                      </a:r>
                    </a:p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Launch new/modified recognition programs</a:t>
                      </a:r>
                    </a:p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Increase awareness on Recognition throughout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entury Gothic" panose="020B0502020202020204" pitchFamily="34" charset="0"/>
                        </a:rPr>
                        <a:t>L&amp;D</a:t>
                      </a:r>
                    </a:p>
                    <a:p>
                      <a:pPr algn="ctr"/>
                      <a:r>
                        <a:rPr lang="en-US" sz="1000" dirty="0">
                          <a:latin typeface="Century Gothic" panose="020B0502020202020204" pitchFamily="34" charset="0"/>
                        </a:rPr>
                        <a:t>HRBPs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613055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973828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8035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 defTabSz="914377" rtl="0" eaLnBrk="1" latinLnBrk="0" hangingPunct="1">
                        <a:buFont typeface="Calibri" panose="020F0502020204030204" pitchFamily="34" charset="0"/>
                        <a:buChar char="-"/>
                      </a:pPr>
                      <a:endParaRPr lang="en-US" sz="1000" kern="120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92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8452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PnSX.3Ri.L4k1kvJDl2Q"/>
</p:tagLst>
</file>

<file path=ppt/theme/theme1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Contents Slide Master</vt:lpstr>
      <vt:lpstr>think-cell Slide</vt:lpstr>
      <vt:lpstr>PowerPoint Presentation</vt:lpstr>
    </vt:vector>
  </TitlesOfParts>
  <Company>Al Futtaim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Tripti Pathak</dc:creator>
  <cp:lastModifiedBy>Fatma Alsagaf</cp:lastModifiedBy>
  <cp:revision>1</cp:revision>
  <dcterms:created xsi:type="dcterms:W3CDTF">2023-01-17T11:20:58Z</dcterms:created>
  <dcterms:modified xsi:type="dcterms:W3CDTF">2023-03-21T04:51:50Z</dcterms:modified>
</cp:coreProperties>
</file>